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Batch Scheduler Monitoring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71600"/>
            <a:ext cx="7955279" cy="4389120"/>
          </a:xfrm>
        </p:spPr>
        <p:txBody>
          <a:bodyPr/>
          <a:lstStyle/>
          <a:p>
            <a:pPr>
              <a:defRPr sz="1400"/>
            </a:pPr>
            <a:r>
              <a:t>Objective</a:t>
            </a:r>
            <a:br/>
            <a:br/>
            <a:r>
              <a:t>Implement a lightweight monitoring solution for the lambda-crr-tm-scheduled AWS Lambda to provide real-time visibility of:</a:t>
            </a:r>
            <a:br/>
            <a:r>
              <a:t>• Technical failures</a:t>
            </a:r>
            <a:br/>
            <a:r>
              <a:t>• Functional/process failures</a:t>
            </a:r>
            <a:br/>
            <a:r>
              <a:t>• Batch scheduling issues</a:t>
            </a:r>
            <a:br/>
            <a:br/>
            <a:r>
              <a:t>Monitoring Flow</a:t>
            </a:r>
            <a:br/>
            <a:br/>
            <a:r>
              <a:t>AWS Lambda (lambda-crr-tm-scheduled)</a:t>
            </a:r>
            <a:br/>
            <a:r>
              <a:t>            │</a:t>
            </a:r>
            <a:br/>
            <a:r>
              <a:t>            ▼</a:t>
            </a:r>
            <a:br/>
            <a:r>
              <a:t>        Amazon SNS</a:t>
            </a:r>
            <a:br/>
            <a:r>
              <a:t>            │</a:t>
            </a:r>
            <a:br/>
            <a:r>
              <a:t>    ┌───────┴────────┐</a:t>
            </a:r>
            <a:br/>
            <a:r>
              <a:t>    │                │</a:t>
            </a:r>
            <a:br/>
            <a:r>
              <a:t>Email Notification   Microsoft Teams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Technical Failure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71600"/>
            <a:ext cx="7955279" cy="4389120"/>
          </a:xfrm>
        </p:spPr>
        <p:txBody>
          <a:bodyPr/>
          <a:lstStyle/>
          <a:p>
            <a:pPr>
              <a:defRPr sz="1400"/>
            </a:pPr>
            <a:r>
              <a:t>Trigger Conditions</a:t>
            </a:r>
            <a:br/>
            <a:br/>
            <a:r>
              <a:t>Alerts are generated when unexpected runtime or infrastructure errors occur during Lambda execution.</a:t>
            </a:r>
            <a:br/>
            <a:br/>
            <a:r>
              <a:t>Examples</a:t>
            </a:r>
            <a:br/>
            <a:r>
              <a:t>• Database connectivity failures</a:t>
            </a:r>
            <a:br/>
            <a:r>
              <a:t>• Missing S3 objects (NoSuchKey)</a:t>
            </a:r>
            <a:br/>
            <a:r>
              <a:t>• API failures or timeouts</a:t>
            </a:r>
            <a:br/>
            <a:r>
              <a:t>• AWS permission issues</a:t>
            </a:r>
            <a:br/>
            <a:r>
              <a:t>• Python runtime exceptions (KeyError, parsing issues, etc.)</a:t>
            </a:r>
            <a:br/>
            <a:br/>
            <a:r>
              <a:t>Behavior</a:t>
            </a:r>
            <a:br/>
            <a:r>
              <a:t>• Lambda execution fails</a:t>
            </a:r>
            <a:br/>
            <a:r>
              <a:t>• Full traceback is captured</a:t>
            </a:r>
            <a:br/>
            <a:r>
              <a:t>• SNS alert is triggered</a:t>
            </a:r>
            <a:br/>
            <a:r>
              <a:t>• Email and Teams notifications are 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Functional Failure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71600"/>
            <a:ext cx="7955279" cy="4389120"/>
          </a:xfrm>
        </p:spPr>
        <p:txBody>
          <a:bodyPr/>
          <a:lstStyle/>
          <a:p>
            <a:pPr>
              <a:defRPr sz="1400"/>
            </a:pPr>
            <a:r>
              <a:t>Trigger Conditions</a:t>
            </a:r>
            <a:br/>
            <a:br/>
            <a:r>
              <a:t>Alerts are generated when the scheduler detects business/process-level failures.</a:t>
            </a:r>
            <a:br/>
            <a:br/>
            <a:r>
              <a:t>Example</a:t>
            </a:r>
            <a:br/>
            <a:r>
              <a:t>completed failure</a:t>
            </a:r>
            <a:br/>
            <a:br/>
            <a:r>
              <a:t>Behavior</a:t>
            </a:r>
            <a:br/>
            <a:r>
              <a:t>• Lambda execution continues</a:t>
            </a:r>
            <a:br/>
            <a:r>
              <a:t>• Warning notification is generated</a:t>
            </a:r>
            <a:br/>
            <a:r>
              <a:t>• Contextual information is included:</a:t>
            </a:r>
            <a:br/>
            <a:r>
              <a:t>  - filename</a:t>
            </a:r>
            <a:br/>
            <a:r>
              <a:t>  - runId</a:t>
            </a:r>
            <a:br/>
            <a:r>
              <a:t>  - batch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Implemented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71600"/>
            <a:ext cx="7955279" cy="4389120"/>
          </a:xfrm>
        </p:spPr>
        <p:txBody>
          <a:bodyPr/>
          <a:lstStyle/>
          <a:p>
            <a:pPr>
              <a:defRPr sz="1400"/>
            </a:pPr>
            <a:r>
              <a:t>Lambda Enhancements (handler.py)</a:t>
            </a:r>
            <a:br/>
            <a:r>
              <a:t>• Added reusable SNS alerting function: send_failure_alert()</a:t>
            </a:r>
            <a:br/>
            <a:r>
              <a:t>• Added global exception monitoring</a:t>
            </a:r>
            <a:br/>
            <a:r>
              <a:t>• Added functional status monitoring</a:t>
            </a:r>
            <a:br/>
            <a:r>
              <a:t>• Added full traceback capture</a:t>
            </a:r>
            <a:br/>
            <a:br/>
            <a:r>
              <a:t>Amazon SNS Integration</a:t>
            </a:r>
            <a:br/>
            <a:r>
              <a:t>• Dedicated SNS topic:</a:t>
            </a:r>
            <a:br/>
            <a:r>
              <a:t>  &lt;project&gt;-&lt;env&gt;-lambda-alerts</a:t>
            </a:r>
            <a:br/>
            <a:r>
              <a:t>• Configured subscriptions:</a:t>
            </a:r>
            <a:br/>
            <a:r>
              <a:t>  - Operational email distribution</a:t>
            </a:r>
            <a:br/>
            <a:r>
              <a:t>  - Microsoft Teams channel email</a:t>
            </a:r>
            <a:br/>
            <a:br/>
            <a:r>
              <a:t>IAM &amp; Configuration</a:t>
            </a:r>
            <a:br/>
            <a:r>
              <a:t>• Added sns:Publish permission</a:t>
            </a:r>
            <a:br/>
            <a:r>
              <a:t>• Added SNS_TOPIC_ARN environment variable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Current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71600"/>
            <a:ext cx="7955279" cy="4389120"/>
          </a:xfrm>
        </p:spPr>
        <p:txBody>
          <a:bodyPr/>
          <a:lstStyle/>
          <a:p>
            <a:pPr>
              <a:defRPr sz="1400"/>
            </a:pPr>
            <a:r>
              <a:t>Monitoring Capabilities Achieved</a:t>
            </a:r>
            <a:br/>
            <a:br/>
            <a:r>
              <a:t>• Real-time operational alerting</a:t>
            </a:r>
            <a:br/>
            <a:r>
              <a:t>• Technical failure visibility</a:t>
            </a:r>
            <a:br/>
            <a:r>
              <a:t>• Functional failure visibility</a:t>
            </a:r>
            <a:br/>
            <a:r>
              <a:t>• Teams integration</a:t>
            </a:r>
            <a:br/>
            <a:r>
              <a:t>• Centralized notification delivery</a:t>
            </a:r>
            <a:br/>
            <a:r>
              <a:t>• Improved operational response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