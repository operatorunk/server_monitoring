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Customer Screening File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7772400" cy="4114800"/>
          </a:xfrm>
        </p:spPr>
        <p:txBody>
          <a:bodyPr/>
          <a:lstStyle/>
          <a:p>
            <a:pPr>
              <a:defRPr sz="1600"/>
            </a:pPr>
            <a:r>
              <a:t>Objective</a:t>
            </a:r>
          </a:p>
          <a:p>
            <a:pPr>
              <a:defRPr sz="1600"/>
            </a:pPr>
            <a:r>
              <a:t>Implement a lightweight monitoring and alerting MVP for customer screening batch processing logs.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Key Goals</a:t>
            </a:r>
          </a:p>
          <a:p>
            <a:pPr>
              <a:defRPr sz="1600"/>
            </a:pPr>
            <a:r>
              <a:t>• Detect execution errors automatically</a:t>
            </a:r>
          </a:p>
          <a:p>
            <a:pPr>
              <a:defRPr sz="1600"/>
            </a:pPr>
            <a:r>
              <a:t>• Send operational alerts</a:t>
            </a:r>
          </a:p>
          <a:p>
            <a:pPr>
              <a:defRPr sz="1600"/>
            </a:pPr>
            <a:r>
              <a:t>• Support recurring batch executions</a:t>
            </a:r>
          </a:p>
          <a:p>
            <a:pPr>
              <a:defRPr sz="1600"/>
            </a:pPr>
            <a:r>
              <a:t>• Avoid dependency on CloudWatch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Current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7772400" cy="4114800"/>
          </a:xfrm>
        </p:spPr>
        <p:txBody>
          <a:bodyPr/>
          <a:lstStyle/>
          <a:p>
            <a:pPr>
              <a:defRPr sz="1600"/>
            </a:pPr>
            <a:r>
              <a:t>Batch Process → Generated Logs → Python Monitoring Script → Postfix (Local SMTP) → SMTP Relay → Email + Microsoft Teams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Main Components</a:t>
            </a:r>
          </a:p>
          <a:p>
            <a:pPr>
              <a:defRPr sz="1600"/>
            </a:pPr>
            <a:r>
              <a:t>• Python monitoring script</a:t>
            </a:r>
          </a:p>
          <a:p>
            <a:pPr>
              <a:defRPr sz="1600"/>
            </a:pPr>
            <a:r>
              <a:t>• Postfix local mail relay</a:t>
            </a:r>
          </a:p>
          <a:p>
            <a:pPr>
              <a:defRPr sz="1600"/>
            </a:pPr>
            <a:r>
              <a:t>• systemd automation</a:t>
            </a:r>
          </a:p>
          <a:p>
            <a:pPr>
              <a:defRPr sz="1600"/>
            </a:pPr>
            <a:r>
              <a:t>• Teams channel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Monitoring &amp; Detection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7772400" cy="4114800"/>
          </a:xfrm>
        </p:spPr>
        <p:txBody>
          <a:bodyPr/>
          <a:lstStyle/>
          <a:p>
            <a:pPr>
              <a:defRPr sz="1600"/>
            </a:pPr>
            <a:r>
              <a:t>Current Logic</a:t>
            </a:r>
          </a:p>
          <a:p>
            <a:pPr>
              <a:defRPr sz="1600"/>
            </a:pPr>
            <a:r>
              <a:t>• Reads configured log files</a:t>
            </a:r>
          </a:p>
          <a:p>
            <a:pPr>
              <a:defRPr sz="1600"/>
            </a:pPr>
            <a:r>
              <a:t>• Searches for ERROR entries</a:t>
            </a:r>
          </a:p>
          <a:p>
            <a:pPr>
              <a:defRPr sz="1600"/>
            </a:pPr>
            <a:r>
              <a:t>• Sends alerts automatically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Additional Features</a:t>
            </a:r>
          </a:p>
          <a:p>
            <a:pPr>
              <a:defRPr sz="1600"/>
            </a:pPr>
            <a:r>
              <a:t>• Multiple log support</a:t>
            </a:r>
          </a:p>
          <a:p>
            <a:pPr>
              <a:defRPr sz="1600"/>
            </a:pPr>
            <a:r>
              <a:t>• Configurable recipients</a:t>
            </a:r>
          </a:p>
          <a:p>
            <a:pPr>
              <a:defRPr sz="1600"/>
            </a:pPr>
            <a:r>
              <a:t>• Hostname included in alerts</a:t>
            </a:r>
          </a:p>
          <a:p>
            <a:pPr>
              <a:defRPr sz="1600"/>
            </a:pPr>
            <a:r>
              <a:t>• Formatted email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Log Rotation &amp;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7772400" cy="4114800"/>
          </a:xfrm>
        </p:spPr>
        <p:txBody>
          <a:bodyPr/>
          <a:lstStyle/>
          <a:p>
            <a:pPr>
              <a:defRPr sz="1600"/>
            </a:pPr>
            <a:r>
              <a:t>Log Rotation Handling</a:t>
            </a:r>
          </a:p>
          <a:p>
            <a:pPr>
              <a:defRPr sz="1600"/>
            </a:pPr>
            <a:r>
              <a:t>mainlog.log → mainlog.logYYYYMMDD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script tracks:</a:t>
            </a:r>
          </a:p>
          <a:p>
            <a:pPr>
              <a:defRPr sz="1600"/>
            </a:pPr>
            <a:r>
              <a:t>• File inode</a:t>
            </a:r>
          </a:p>
          <a:p>
            <a:pPr>
              <a:defRPr sz="1600"/>
            </a:pPr>
            <a:r>
              <a:t>• File offset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Automated Execution</a:t>
            </a:r>
          </a:p>
          <a:p>
            <a:pPr>
              <a:defRPr sz="1600"/>
            </a:pPr>
            <a:r>
              <a:t>• Logs generated at: 00:00 / 07:00 / 13:00 / 20:00</a:t>
            </a:r>
          </a:p>
          <a:p>
            <a:pPr>
              <a:defRPr sz="1600"/>
            </a:pPr>
            <a:r>
              <a:t>• Monitoring runs at: 00:05 / 07:05 / 13:05 / 20:05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MVP Status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7772400" cy="4114800"/>
          </a:xfrm>
        </p:spPr>
        <p:txBody>
          <a:bodyPr/>
          <a:lstStyle/>
          <a:p>
            <a:pPr>
              <a:defRPr sz="1600"/>
            </a:pPr>
            <a:r>
              <a:t>Current MVP Capabilities</a:t>
            </a:r>
          </a:p>
          <a:p>
            <a:pPr>
              <a:defRPr sz="1600"/>
            </a:pPr>
            <a:r>
              <a:t>✔ Automated log monitoring</a:t>
            </a:r>
          </a:p>
          <a:p>
            <a:pPr>
              <a:defRPr sz="1600"/>
            </a:pPr>
            <a:r>
              <a:t>✔ Error detection</a:t>
            </a:r>
          </a:p>
          <a:p>
            <a:pPr>
              <a:defRPr sz="1600"/>
            </a:pPr>
            <a:r>
              <a:t>✔ Email alerting</a:t>
            </a:r>
          </a:p>
          <a:p>
            <a:pPr>
              <a:defRPr sz="1600"/>
            </a:pPr>
            <a:r>
              <a:t>✔ Microsoft Teams integration</a:t>
            </a:r>
          </a:p>
          <a:p>
            <a:pPr>
              <a:defRPr sz="1600"/>
            </a:pPr>
            <a:r>
              <a:t>✔ Log rotation support</a:t>
            </a:r>
          </a:p>
          <a:p>
            <a:pPr>
              <a:defRPr sz="1600"/>
            </a:pPr>
            <a:r>
              <a:t>✔ Scheduled execution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Operational Benefits</a:t>
            </a:r>
          </a:p>
          <a:p>
            <a:pPr>
              <a:defRPr sz="1600"/>
            </a:pPr>
            <a:r>
              <a:t>• Faster issue detection</a:t>
            </a:r>
          </a:p>
          <a:p>
            <a:pPr>
              <a:defRPr sz="1600"/>
            </a:pPr>
            <a:r>
              <a:t>• Reduced manual monitoring</a:t>
            </a:r>
          </a:p>
          <a:p>
            <a:pPr>
              <a:defRPr sz="1600"/>
            </a:pPr>
            <a:r>
              <a:t>• Lightweight Linux-native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